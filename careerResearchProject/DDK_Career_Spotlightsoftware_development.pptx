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64" r:id="rId5"/>
    <p:sldId id="259" r:id="rId6"/>
    <p:sldId id="260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6187" autoAdjust="0"/>
  </p:normalViewPr>
  <p:slideViewPr>
    <p:cSldViewPr snapToGrid="0">
      <p:cViewPr varScale="1">
        <p:scale>
          <a:sx n="105" d="100"/>
          <a:sy n="105" d="100"/>
        </p:scale>
        <p:origin x="12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1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lius, Danielius Dovydas" userId="bb07ed32-38f4-42d8-b8dc-b652f20dccdb" providerId="ADAL" clId="{8CD282C7-7118-46EF-A4F1-E601A36C4A3F}"/>
    <pc:docChg chg="undo custSel addSld delSld modSld">
      <pc:chgData name="Karalius, Danielius Dovydas" userId="bb07ed32-38f4-42d8-b8dc-b652f20dccdb" providerId="ADAL" clId="{8CD282C7-7118-46EF-A4F1-E601A36C4A3F}" dt="2025-11-07T17:45:45.307" v="3041" actId="1076"/>
      <pc:docMkLst>
        <pc:docMk/>
      </pc:docMkLst>
      <pc:sldChg chg="addSp delSp modSp del mod modClrScheme chgLayout">
        <pc:chgData name="Karalius, Danielius Dovydas" userId="bb07ed32-38f4-42d8-b8dc-b652f20dccdb" providerId="ADAL" clId="{8CD282C7-7118-46EF-A4F1-E601A36C4A3F}" dt="2025-11-06T17:46:25.821" v="3" actId="2696"/>
        <pc:sldMkLst>
          <pc:docMk/>
          <pc:sldMk cId="162390466" sldId="256"/>
        </pc:sldMkLst>
        <pc:spChg chg="add del mod ord">
          <ac:chgData name="Karalius, Danielius Dovydas" userId="bb07ed32-38f4-42d8-b8dc-b652f20dccdb" providerId="ADAL" clId="{8CD282C7-7118-46EF-A4F1-E601A36C4A3F}" dt="2025-11-06T17:45:15.027" v="2" actId="700"/>
          <ac:spMkLst>
            <pc:docMk/>
            <pc:sldMk cId="162390466" sldId="256"/>
            <ac:spMk id="2" creationId="{59D45435-4175-4BC3-B547-2A405D27A5BB}"/>
          </ac:spMkLst>
        </pc:spChg>
        <pc:spChg chg="add del mod ord">
          <ac:chgData name="Karalius, Danielius Dovydas" userId="bb07ed32-38f4-42d8-b8dc-b652f20dccdb" providerId="ADAL" clId="{8CD282C7-7118-46EF-A4F1-E601A36C4A3F}" dt="2025-11-06T17:45:15.027" v="2" actId="700"/>
          <ac:spMkLst>
            <pc:docMk/>
            <pc:sldMk cId="162390466" sldId="256"/>
            <ac:spMk id="3" creationId="{7A3161C7-DD12-4BC1-A6A2-EFFD191785C4}"/>
          </ac:spMkLst>
        </pc:spChg>
        <pc:spChg chg="add mod ord">
          <ac:chgData name="Karalius, Danielius Dovydas" userId="bb07ed32-38f4-42d8-b8dc-b652f20dccdb" providerId="ADAL" clId="{8CD282C7-7118-46EF-A4F1-E601A36C4A3F}" dt="2025-11-06T17:45:15.027" v="2" actId="700"/>
          <ac:spMkLst>
            <pc:docMk/>
            <pc:sldMk cId="162390466" sldId="256"/>
            <ac:spMk id="4" creationId="{8CF8897B-4AD6-40F5-BC44-15359C4D7413}"/>
          </ac:spMkLst>
        </pc:spChg>
        <pc:spChg chg="add mod ord">
          <ac:chgData name="Karalius, Danielius Dovydas" userId="bb07ed32-38f4-42d8-b8dc-b652f20dccdb" providerId="ADAL" clId="{8CD282C7-7118-46EF-A4F1-E601A36C4A3F}" dt="2025-11-06T17:45:15.027" v="2" actId="700"/>
          <ac:spMkLst>
            <pc:docMk/>
            <pc:sldMk cId="162390466" sldId="256"/>
            <ac:spMk id="5" creationId="{F1C62FA1-FC96-4CD1-97DF-59A041DB50C6}"/>
          </ac:spMkLst>
        </pc:spChg>
        <pc:spChg chg="del mod ord">
          <ac:chgData name="Karalius, Danielius Dovydas" userId="bb07ed32-38f4-42d8-b8dc-b652f20dccdb" providerId="ADAL" clId="{8CD282C7-7118-46EF-A4F1-E601A36C4A3F}" dt="2025-11-06T17:45:13.618" v="1" actId="700"/>
          <ac:spMkLst>
            <pc:docMk/>
            <pc:sldMk cId="162390466" sldId="256"/>
            <ac:spMk id="8" creationId="{5A88A855-FC81-41B9-B458-EDDF4EC31D96}"/>
          </ac:spMkLst>
        </pc:spChg>
      </pc:sldChg>
      <pc:sldChg chg="addSp delSp modSp new mod modTransition modClrScheme chgLayout">
        <pc:chgData name="Karalius, Danielius Dovydas" userId="bb07ed32-38f4-42d8-b8dc-b652f20dccdb" providerId="ADAL" clId="{8CD282C7-7118-46EF-A4F1-E601A36C4A3F}" dt="2025-11-06T17:52:26.002" v="240"/>
        <pc:sldMkLst>
          <pc:docMk/>
          <pc:sldMk cId="4097118695" sldId="256"/>
        </pc:sldMkLst>
        <pc:spChg chg="del mod ord">
          <ac:chgData name="Karalius, Danielius Dovydas" userId="bb07ed32-38f4-42d8-b8dc-b652f20dccdb" providerId="ADAL" clId="{8CD282C7-7118-46EF-A4F1-E601A36C4A3F}" dt="2025-11-06T17:46:52.024" v="5" actId="700"/>
          <ac:spMkLst>
            <pc:docMk/>
            <pc:sldMk cId="4097118695" sldId="256"/>
            <ac:spMk id="2" creationId="{CB8254D2-E8B0-4BA5-AC63-BB9E3A510DD9}"/>
          </ac:spMkLst>
        </pc:spChg>
        <pc:spChg chg="del mod ord">
          <ac:chgData name="Karalius, Danielius Dovydas" userId="bb07ed32-38f4-42d8-b8dc-b652f20dccdb" providerId="ADAL" clId="{8CD282C7-7118-46EF-A4F1-E601A36C4A3F}" dt="2025-11-06T17:46:52.024" v="5" actId="700"/>
          <ac:spMkLst>
            <pc:docMk/>
            <pc:sldMk cId="4097118695" sldId="256"/>
            <ac:spMk id="3" creationId="{11AFE2F2-8402-4BB6-A1F0-D9FD155E90D8}"/>
          </ac:spMkLst>
        </pc:spChg>
        <pc:spChg chg="add del mod ord">
          <ac:chgData name="Karalius, Danielius Dovydas" userId="bb07ed32-38f4-42d8-b8dc-b652f20dccdb" providerId="ADAL" clId="{8CD282C7-7118-46EF-A4F1-E601A36C4A3F}" dt="2025-11-06T17:47:14.143" v="8" actId="700"/>
          <ac:spMkLst>
            <pc:docMk/>
            <pc:sldMk cId="4097118695" sldId="256"/>
            <ac:spMk id="4" creationId="{EBCF3042-5EBC-4A1C-AC88-52B4971E37E5}"/>
          </ac:spMkLst>
        </pc:spChg>
        <pc:spChg chg="add del mod ord">
          <ac:chgData name="Karalius, Danielius Dovydas" userId="bb07ed32-38f4-42d8-b8dc-b652f20dccdb" providerId="ADAL" clId="{8CD282C7-7118-46EF-A4F1-E601A36C4A3F}" dt="2025-11-06T17:47:14.143" v="8" actId="700"/>
          <ac:spMkLst>
            <pc:docMk/>
            <pc:sldMk cId="4097118695" sldId="256"/>
            <ac:spMk id="5" creationId="{6C01F4F6-818D-441C-9C47-1C30A8C49CAE}"/>
          </ac:spMkLst>
        </pc:spChg>
        <pc:spChg chg="add del mod ord">
          <ac:chgData name="Karalius, Danielius Dovydas" userId="bb07ed32-38f4-42d8-b8dc-b652f20dccdb" providerId="ADAL" clId="{8CD282C7-7118-46EF-A4F1-E601A36C4A3F}" dt="2025-11-06T17:47:16.052" v="9" actId="700"/>
          <ac:spMkLst>
            <pc:docMk/>
            <pc:sldMk cId="4097118695" sldId="256"/>
            <ac:spMk id="6" creationId="{AAA205A0-9873-427E-85B6-6615DF05555A}"/>
          </ac:spMkLst>
        </pc:spChg>
        <pc:spChg chg="add del mod ord">
          <ac:chgData name="Karalius, Danielius Dovydas" userId="bb07ed32-38f4-42d8-b8dc-b652f20dccdb" providerId="ADAL" clId="{8CD282C7-7118-46EF-A4F1-E601A36C4A3F}" dt="2025-11-06T17:47:16.052" v="9" actId="700"/>
          <ac:spMkLst>
            <pc:docMk/>
            <pc:sldMk cId="4097118695" sldId="256"/>
            <ac:spMk id="7" creationId="{0C9F3D58-897A-4949-A42D-AD2FF37E11D0}"/>
          </ac:spMkLst>
        </pc:spChg>
        <pc:spChg chg="add mod ord">
          <ac:chgData name="Karalius, Danielius Dovydas" userId="bb07ed32-38f4-42d8-b8dc-b652f20dccdb" providerId="ADAL" clId="{8CD282C7-7118-46EF-A4F1-E601A36C4A3F}" dt="2025-11-06T17:48:05.298" v="37" actId="20577"/>
          <ac:spMkLst>
            <pc:docMk/>
            <pc:sldMk cId="4097118695" sldId="256"/>
            <ac:spMk id="8" creationId="{5CF1CC5A-B3DA-49B3-9B07-B55FC09141B2}"/>
          </ac:spMkLst>
        </pc:spChg>
        <pc:spChg chg="add mod ord">
          <ac:chgData name="Karalius, Danielius Dovydas" userId="bb07ed32-38f4-42d8-b8dc-b652f20dccdb" providerId="ADAL" clId="{8CD282C7-7118-46EF-A4F1-E601A36C4A3F}" dt="2025-11-06T17:48:30.026" v="115" actId="20577"/>
          <ac:spMkLst>
            <pc:docMk/>
            <pc:sldMk cId="4097118695" sldId="256"/>
            <ac:spMk id="9" creationId="{F0269201-9591-48ED-B4A4-941940C46910}"/>
          </ac:spMkLst>
        </pc:spChg>
      </pc:sldChg>
      <pc:sldChg chg="addSp modSp new mod modTransition">
        <pc:chgData name="Karalius, Danielius Dovydas" userId="bb07ed32-38f4-42d8-b8dc-b652f20dccdb" providerId="ADAL" clId="{8CD282C7-7118-46EF-A4F1-E601A36C4A3F}" dt="2025-11-07T17:39:43.883" v="2976" actId="1076"/>
        <pc:sldMkLst>
          <pc:docMk/>
          <pc:sldMk cId="1353668881" sldId="257"/>
        </pc:sldMkLst>
        <pc:spChg chg="mod">
          <ac:chgData name="Karalius, Danielius Dovydas" userId="bb07ed32-38f4-42d8-b8dc-b652f20dccdb" providerId="ADAL" clId="{8CD282C7-7118-46EF-A4F1-E601A36C4A3F}" dt="2025-11-06T17:48:47.240" v="151" actId="20577"/>
          <ac:spMkLst>
            <pc:docMk/>
            <pc:sldMk cId="1353668881" sldId="257"/>
            <ac:spMk id="2" creationId="{27E9D0A0-6BD6-43BE-A4B0-4D724C28F416}"/>
          </ac:spMkLst>
        </pc:spChg>
        <pc:spChg chg="mod">
          <ac:chgData name="Karalius, Danielius Dovydas" userId="bb07ed32-38f4-42d8-b8dc-b652f20dccdb" providerId="ADAL" clId="{8CD282C7-7118-46EF-A4F1-E601A36C4A3F}" dt="2025-11-06T17:57:04.643" v="507" actId="20577"/>
          <ac:spMkLst>
            <pc:docMk/>
            <pc:sldMk cId="1353668881" sldId="257"/>
            <ac:spMk id="3" creationId="{344BCAF1-D96F-46EC-98A1-0E68118D5B7D}"/>
          </ac:spMkLst>
        </pc:spChg>
        <pc:spChg chg="add mod">
          <ac:chgData name="Karalius, Danielius Dovydas" userId="bb07ed32-38f4-42d8-b8dc-b652f20dccdb" providerId="ADAL" clId="{8CD282C7-7118-46EF-A4F1-E601A36C4A3F}" dt="2025-11-06T17:47:43.278" v="11"/>
          <ac:spMkLst>
            <pc:docMk/>
            <pc:sldMk cId="1353668881" sldId="257"/>
            <ac:spMk id="4" creationId="{9F18C171-92DA-435E-A391-3811A6387E3B}"/>
          </ac:spMkLst>
        </pc:spChg>
        <pc:spChg chg="add mod">
          <ac:chgData name="Karalius, Danielius Dovydas" userId="bb07ed32-38f4-42d8-b8dc-b652f20dccdb" providerId="ADAL" clId="{8CD282C7-7118-46EF-A4F1-E601A36C4A3F}" dt="2025-11-06T17:47:43.278" v="11"/>
          <ac:spMkLst>
            <pc:docMk/>
            <pc:sldMk cId="1353668881" sldId="257"/>
            <ac:spMk id="5" creationId="{707C6C83-5417-4E6C-B91D-9D7377B48D16}"/>
          </ac:spMkLst>
        </pc:spChg>
        <pc:spChg chg="add mod">
          <ac:chgData name="Karalius, Danielius Dovydas" userId="bb07ed32-38f4-42d8-b8dc-b652f20dccdb" providerId="ADAL" clId="{8CD282C7-7118-46EF-A4F1-E601A36C4A3F}" dt="2025-11-06T17:47:43.278" v="11"/>
          <ac:spMkLst>
            <pc:docMk/>
            <pc:sldMk cId="1353668881" sldId="257"/>
            <ac:spMk id="6" creationId="{00290D5B-917B-4E07-90AB-78E2B6114E9F}"/>
          </ac:spMkLst>
        </pc:spChg>
        <pc:picChg chg="add mod">
          <ac:chgData name="Karalius, Danielius Dovydas" userId="bb07ed32-38f4-42d8-b8dc-b652f20dccdb" providerId="ADAL" clId="{8CD282C7-7118-46EF-A4F1-E601A36C4A3F}" dt="2025-11-07T17:39:43.883" v="2976" actId="1076"/>
          <ac:picMkLst>
            <pc:docMk/>
            <pc:sldMk cId="1353668881" sldId="257"/>
            <ac:picMk id="7" creationId="{198B713A-EC44-4C38-A1B6-AD462663F027}"/>
          </ac:picMkLst>
        </pc:picChg>
      </pc:sldChg>
      <pc:sldChg chg="addSp delSp modSp new mod modTransition">
        <pc:chgData name="Karalius, Danielius Dovydas" userId="bb07ed32-38f4-42d8-b8dc-b652f20dccdb" providerId="ADAL" clId="{8CD282C7-7118-46EF-A4F1-E601A36C4A3F}" dt="2025-11-07T17:39:34.263" v="2972" actId="1076"/>
        <pc:sldMkLst>
          <pc:docMk/>
          <pc:sldMk cId="4246342300" sldId="258"/>
        </pc:sldMkLst>
        <pc:spChg chg="mod">
          <ac:chgData name="Karalius, Danielius Dovydas" userId="bb07ed32-38f4-42d8-b8dc-b652f20dccdb" providerId="ADAL" clId="{8CD282C7-7118-46EF-A4F1-E601A36C4A3F}" dt="2025-11-06T17:59:25.782" v="707" actId="20577"/>
          <ac:spMkLst>
            <pc:docMk/>
            <pc:sldMk cId="4246342300" sldId="258"/>
            <ac:spMk id="2" creationId="{14649FF9-777A-4E55-9670-74FCCE3169C2}"/>
          </ac:spMkLst>
        </pc:spChg>
        <pc:spChg chg="mod">
          <ac:chgData name="Karalius, Danielius Dovydas" userId="bb07ed32-38f4-42d8-b8dc-b652f20dccdb" providerId="ADAL" clId="{8CD282C7-7118-46EF-A4F1-E601A36C4A3F}" dt="2025-11-06T18:47:42.652" v="1348" actId="108"/>
          <ac:spMkLst>
            <pc:docMk/>
            <pc:sldMk cId="4246342300" sldId="258"/>
            <ac:spMk id="3" creationId="{1EA0782D-0DDC-4D01-8B2F-440499672F64}"/>
          </ac:spMkLst>
        </pc:spChg>
        <pc:spChg chg="add mod">
          <ac:chgData name="Karalius, Danielius Dovydas" userId="bb07ed32-38f4-42d8-b8dc-b652f20dccdb" providerId="ADAL" clId="{8CD282C7-7118-46EF-A4F1-E601A36C4A3F}" dt="2025-11-06T17:49:04.810" v="153"/>
          <ac:spMkLst>
            <pc:docMk/>
            <pc:sldMk cId="4246342300" sldId="258"/>
            <ac:spMk id="4" creationId="{08BB3464-238B-41FA-8882-371F00748B98}"/>
          </ac:spMkLst>
        </pc:spChg>
        <pc:spChg chg="add mod">
          <ac:chgData name="Karalius, Danielius Dovydas" userId="bb07ed32-38f4-42d8-b8dc-b652f20dccdb" providerId="ADAL" clId="{8CD282C7-7118-46EF-A4F1-E601A36C4A3F}" dt="2025-11-06T17:49:04.810" v="153"/>
          <ac:spMkLst>
            <pc:docMk/>
            <pc:sldMk cId="4246342300" sldId="258"/>
            <ac:spMk id="5" creationId="{DEE9D02E-4BA4-44B6-84E9-FD796037A09A}"/>
          </ac:spMkLst>
        </pc:spChg>
        <pc:spChg chg="add mod">
          <ac:chgData name="Karalius, Danielius Dovydas" userId="bb07ed32-38f4-42d8-b8dc-b652f20dccdb" providerId="ADAL" clId="{8CD282C7-7118-46EF-A4F1-E601A36C4A3F}" dt="2025-11-06T17:49:04.810" v="153"/>
          <ac:spMkLst>
            <pc:docMk/>
            <pc:sldMk cId="4246342300" sldId="258"/>
            <ac:spMk id="6" creationId="{615CCB5C-4BA9-47F2-9D6B-9C5917F833E2}"/>
          </ac:spMkLst>
        </pc:spChg>
        <pc:spChg chg="add del">
          <ac:chgData name="Karalius, Danielius Dovydas" userId="bb07ed32-38f4-42d8-b8dc-b652f20dccdb" providerId="ADAL" clId="{8CD282C7-7118-46EF-A4F1-E601A36C4A3F}" dt="2025-11-06T18:45:43.953" v="1324"/>
          <ac:spMkLst>
            <pc:docMk/>
            <pc:sldMk cId="4246342300" sldId="258"/>
            <ac:spMk id="7" creationId="{8A045C68-0A4E-47DA-A934-D0A122E2D3FD}"/>
          </ac:spMkLst>
        </pc:spChg>
        <pc:spChg chg="add del mod">
          <ac:chgData name="Karalius, Danielius Dovydas" userId="bb07ed32-38f4-42d8-b8dc-b652f20dccdb" providerId="ADAL" clId="{8CD282C7-7118-46EF-A4F1-E601A36C4A3F}" dt="2025-11-06T18:45:43.653" v="1323"/>
          <ac:spMkLst>
            <pc:docMk/>
            <pc:sldMk cId="4246342300" sldId="258"/>
            <ac:spMk id="8" creationId="{A7AE5487-A8A8-46E9-8812-A4ED0B710562}"/>
          </ac:spMkLst>
        </pc:spChg>
        <pc:spChg chg="add del">
          <ac:chgData name="Karalius, Danielius Dovydas" userId="bb07ed32-38f4-42d8-b8dc-b652f20dccdb" providerId="ADAL" clId="{8CD282C7-7118-46EF-A4F1-E601A36C4A3F}" dt="2025-11-06T18:45:50.308" v="1326"/>
          <ac:spMkLst>
            <pc:docMk/>
            <pc:sldMk cId="4246342300" sldId="258"/>
            <ac:spMk id="9" creationId="{6FF5EDC0-19FC-4B0B-8EB7-7B7342BE3A10}"/>
          </ac:spMkLst>
        </pc:spChg>
        <pc:spChg chg="add del">
          <ac:chgData name="Karalius, Danielius Dovydas" userId="bb07ed32-38f4-42d8-b8dc-b652f20dccdb" providerId="ADAL" clId="{8CD282C7-7118-46EF-A4F1-E601A36C4A3F}" dt="2025-11-06T18:46:19.517" v="1328"/>
          <ac:spMkLst>
            <pc:docMk/>
            <pc:sldMk cId="4246342300" sldId="258"/>
            <ac:spMk id="10" creationId="{B1A7DFC5-7775-4365-AE82-13F6F22B61B4}"/>
          </ac:spMkLst>
        </pc:spChg>
        <pc:spChg chg="add del mod">
          <ac:chgData name="Karalius, Danielius Dovydas" userId="bb07ed32-38f4-42d8-b8dc-b652f20dccdb" providerId="ADAL" clId="{8CD282C7-7118-46EF-A4F1-E601A36C4A3F}" dt="2025-11-06T18:47:17.505" v="1345" actId="478"/>
          <ac:spMkLst>
            <pc:docMk/>
            <pc:sldMk cId="4246342300" sldId="258"/>
            <ac:spMk id="11" creationId="{A004C125-72E4-4136-BAC0-4A77EA7DAA30}"/>
          </ac:spMkLst>
        </pc:spChg>
        <pc:picChg chg="add mod">
          <ac:chgData name="Karalius, Danielius Dovydas" userId="bb07ed32-38f4-42d8-b8dc-b652f20dccdb" providerId="ADAL" clId="{8CD282C7-7118-46EF-A4F1-E601A36C4A3F}" dt="2025-11-07T17:39:34.263" v="2972" actId="1076"/>
          <ac:picMkLst>
            <pc:docMk/>
            <pc:sldMk cId="4246342300" sldId="258"/>
            <ac:picMk id="7" creationId="{B9201C9D-C72F-4D88-9C18-46833B694E13}"/>
          </ac:picMkLst>
        </pc:picChg>
      </pc:sldChg>
      <pc:sldChg chg="addSp delSp modSp new mod modTransition">
        <pc:chgData name="Karalius, Danielius Dovydas" userId="bb07ed32-38f4-42d8-b8dc-b652f20dccdb" providerId="ADAL" clId="{8CD282C7-7118-46EF-A4F1-E601A36C4A3F}" dt="2025-11-07T17:42:12.356" v="3002" actId="1076"/>
        <pc:sldMkLst>
          <pc:docMk/>
          <pc:sldMk cId="2193402150" sldId="259"/>
        </pc:sldMkLst>
        <pc:spChg chg="mod">
          <ac:chgData name="Karalius, Danielius Dovydas" userId="bb07ed32-38f4-42d8-b8dc-b652f20dccdb" providerId="ADAL" clId="{8CD282C7-7118-46EF-A4F1-E601A36C4A3F}" dt="2025-11-06T17:49:48.696" v="204" actId="20577"/>
          <ac:spMkLst>
            <pc:docMk/>
            <pc:sldMk cId="2193402150" sldId="259"/>
            <ac:spMk id="2" creationId="{5082CD4A-A9E7-4520-B4CE-64FBAC1D409C}"/>
          </ac:spMkLst>
        </pc:spChg>
        <pc:spChg chg="del mod">
          <ac:chgData name="Karalius, Danielius Dovydas" userId="bb07ed32-38f4-42d8-b8dc-b652f20dccdb" providerId="ADAL" clId="{8CD282C7-7118-46EF-A4F1-E601A36C4A3F}" dt="2025-11-06T18:57:55.754" v="1359"/>
          <ac:spMkLst>
            <pc:docMk/>
            <pc:sldMk cId="2193402150" sldId="259"/>
            <ac:spMk id="3" creationId="{DB55017E-DF9B-4CBA-85AE-322F09F63C0E}"/>
          </ac:spMkLst>
        </pc:spChg>
        <pc:spChg chg="add mod">
          <ac:chgData name="Karalius, Danielius Dovydas" userId="bb07ed32-38f4-42d8-b8dc-b652f20dccdb" providerId="ADAL" clId="{8CD282C7-7118-46EF-A4F1-E601A36C4A3F}" dt="2025-11-06T17:49:33.319" v="173"/>
          <ac:spMkLst>
            <pc:docMk/>
            <pc:sldMk cId="2193402150" sldId="259"/>
            <ac:spMk id="4" creationId="{7B00DEFA-E2E5-4C44-8039-60D19A7E5B10}"/>
          </ac:spMkLst>
        </pc:spChg>
        <pc:spChg chg="add mod">
          <ac:chgData name="Karalius, Danielius Dovydas" userId="bb07ed32-38f4-42d8-b8dc-b652f20dccdb" providerId="ADAL" clId="{8CD282C7-7118-46EF-A4F1-E601A36C4A3F}" dt="2025-11-06T17:49:33.319" v="173"/>
          <ac:spMkLst>
            <pc:docMk/>
            <pc:sldMk cId="2193402150" sldId="259"/>
            <ac:spMk id="5" creationId="{CC227CE7-AAF8-4F9A-AA41-55D189DB54AA}"/>
          </ac:spMkLst>
        </pc:spChg>
        <pc:spChg chg="add mod">
          <ac:chgData name="Karalius, Danielius Dovydas" userId="bb07ed32-38f4-42d8-b8dc-b652f20dccdb" providerId="ADAL" clId="{8CD282C7-7118-46EF-A4F1-E601A36C4A3F}" dt="2025-11-06T17:49:33.319" v="173"/>
          <ac:spMkLst>
            <pc:docMk/>
            <pc:sldMk cId="2193402150" sldId="259"/>
            <ac:spMk id="6" creationId="{8E4605B1-A9C0-479C-9828-02D5B899B8C2}"/>
          </ac:spMkLst>
        </pc:spChg>
        <pc:spChg chg="add mod">
          <ac:chgData name="Karalius, Danielius Dovydas" userId="bb07ed32-38f4-42d8-b8dc-b652f20dccdb" providerId="ADAL" clId="{8CD282C7-7118-46EF-A4F1-E601A36C4A3F}" dt="2025-11-07T16:50:14.086" v="1627" actId="27636"/>
          <ac:spMkLst>
            <pc:docMk/>
            <pc:sldMk cId="2193402150" sldId="259"/>
            <ac:spMk id="7" creationId="{D4AA13EA-544E-481E-8555-A2034D66B6C8}"/>
          </ac:spMkLst>
        </pc:spChg>
        <pc:picChg chg="add del mod">
          <ac:chgData name="Karalius, Danielius Dovydas" userId="bb07ed32-38f4-42d8-b8dc-b652f20dccdb" providerId="ADAL" clId="{8CD282C7-7118-46EF-A4F1-E601A36C4A3F}" dt="2025-11-07T17:42:04.770" v="2996" actId="478"/>
          <ac:picMkLst>
            <pc:docMk/>
            <pc:sldMk cId="2193402150" sldId="259"/>
            <ac:picMk id="8" creationId="{8DE3F574-5381-49F5-BFF6-9232D34F9AF9}"/>
          </ac:picMkLst>
        </pc:picChg>
        <pc:picChg chg="add mod">
          <ac:chgData name="Karalius, Danielius Dovydas" userId="bb07ed32-38f4-42d8-b8dc-b652f20dccdb" providerId="ADAL" clId="{8CD282C7-7118-46EF-A4F1-E601A36C4A3F}" dt="2025-11-07T17:42:12.356" v="3002" actId="1076"/>
          <ac:picMkLst>
            <pc:docMk/>
            <pc:sldMk cId="2193402150" sldId="259"/>
            <ac:picMk id="9" creationId="{9EE0D502-7635-45AD-A82E-69F112206EC9}"/>
          </ac:picMkLst>
        </pc:picChg>
      </pc:sldChg>
      <pc:sldChg chg="addSp delSp modSp add mod modTransition">
        <pc:chgData name="Karalius, Danielius Dovydas" userId="bb07ed32-38f4-42d8-b8dc-b652f20dccdb" providerId="ADAL" clId="{8CD282C7-7118-46EF-A4F1-E601A36C4A3F}" dt="2025-11-07T17:44:22.703" v="3026" actId="1076"/>
        <pc:sldMkLst>
          <pc:docMk/>
          <pc:sldMk cId="4076191397" sldId="260"/>
        </pc:sldMkLst>
        <pc:spChg chg="mod">
          <ac:chgData name="Karalius, Danielius Dovydas" userId="bb07ed32-38f4-42d8-b8dc-b652f20dccdb" providerId="ADAL" clId="{8CD282C7-7118-46EF-A4F1-E601A36C4A3F}" dt="2025-11-06T17:50:03.286" v="216" actId="20577"/>
          <ac:spMkLst>
            <pc:docMk/>
            <pc:sldMk cId="4076191397" sldId="260"/>
            <ac:spMk id="2" creationId="{5082CD4A-A9E7-4520-B4CE-64FBAC1D409C}"/>
          </ac:spMkLst>
        </pc:spChg>
        <pc:spChg chg="mod">
          <ac:chgData name="Karalius, Danielius Dovydas" userId="bb07ed32-38f4-42d8-b8dc-b652f20dccdb" providerId="ADAL" clId="{8CD282C7-7118-46EF-A4F1-E601A36C4A3F}" dt="2025-11-07T16:59:23.811" v="2021" actId="20577"/>
          <ac:spMkLst>
            <pc:docMk/>
            <pc:sldMk cId="4076191397" sldId="260"/>
            <ac:spMk id="3" creationId="{DB55017E-DF9B-4CBA-85AE-322F09F63C0E}"/>
          </ac:spMkLst>
        </pc:spChg>
        <pc:spChg chg="add del">
          <ac:chgData name="Karalius, Danielius Dovydas" userId="bb07ed32-38f4-42d8-b8dc-b652f20dccdb" providerId="ADAL" clId="{8CD282C7-7118-46EF-A4F1-E601A36C4A3F}" dt="2025-11-07T16:56:18.535" v="1955"/>
          <ac:spMkLst>
            <pc:docMk/>
            <pc:sldMk cId="4076191397" sldId="260"/>
            <ac:spMk id="7" creationId="{41EBB5F6-6C75-4815-B18D-51763AA17656}"/>
          </ac:spMkLst>
        </pc:spChg>
        <pc:spChg chg="add del">
          <ac:chgData name="Karalius, Danielius Dovydas" userId="bb07ed32-38f4-42d8-b8dc-b652f20dccdb" providerId="ADAL" clId="{8CD282C7-7118-46EF-A4F1-E601A36C4A3F}" dt="2025-11-07T16:56:39.109" v="1957"/>
          <ac:spMkLst>
            <pc:docMk/>
            <pc:sldMk cId="4076191397" sldId="260"/>
            <ac:spMk id="8" creationId="{2A59F19E-D63B-49BD-96A2-8D57363FA15A}"/>
          </ac:spMkLst>
        </pc:spChg>
        <pc:spChg chg="add del mod">
          <ac:chgData name="Karalius, Danielius Dovydas" userId="bb07ed32-38f4-42d8-b8dc-b652f20dccdb" providerId="ADAL" clId="{8CD282C7-7118-46EF-A4F1-E601A36C4A3F}" dt="2025-11-07T16:56:59.967" v="1966"/>
          <ac:spMkLst>
            <pc:docMk/>
            <pc:sldMk cId="4076191397" sldId="260"/>
            <ac:spMk id="9" creationId="{2D24A5BC-2A1D-4FED-AB06-2DB8F75EFF0E}"/>
          </ac:spMkLst>
        </pc:spChg>
        <pc:spChg chg="add del">
          <ac:chgData name="Karalius, Danielius Dovydas" userId="bb07ed32-38f4-42d8-b8dc-b652f20dccdb" providerId="ADAL" clId="{8CD282C7-7118-46EF-A4F1-E601A36C4A3F}" dt="2025-11-07T16:56:59.216" v="1964"/>
          <ac:spMkLst>
            <pc:docMk/>
            <pc:sldMk cId="4076191397" sldId="260"/>
            <ac:spMk id="10" creationId="{7F60836B-9319-480E-B76D-86BC2E34E59C}"/>
          </ac:spMkLst>
        </pc:spChg>
        <pc:spChg chg="add del mod">
          <ac:chgData name="Karalius, Danielius Dovydas" userId="bb07ed32-38f4-42d8-b8dc-b652f20dccdb" providerId="ADAL" clId="{8CD282C7-7118-46EF-A4F1-E601A36C4A3F}" dt="2025-11-07T16:59:15.207" v="2018"/>
          <ac:spMkLst>
            <pc:docMk/>
            <pc:sldMk cId="4076191397" sldId="260"/>
            <ac:spMk id="11" creationId="{444416F2-CE2B-4929-92B2-581D5E668C21}"/>
          </ac:spMkLst>
        </pc:spChg>
        <pc:spChg chg="add del">
          <ac:chgData name="Karalius, Danielius Dovydas" userId="bb07ed32-38f4-42d8-b8dc-b652f20dccdb" providerId="ADAL" clId="{8CD282C7-7118-46EF-A4F1-E601A36C4A3F}" dt="2025-11-07T16:57:38.983" v="1969"/>
          <ac:spMkLst>
            <pc:docMk/>
            <pc:sldMk cId="4076191397" sldId="260"/>
            <ac:spMk id="12" creationId="{A98B41CC-2560-4436-926C-7737DD88712E}"/>
          </ac:spMkLst>
        </pc:spChg>
        <pc:spChg chg="add mod">
          <ac:chgData name="Karalius, Danielius Dovydas" userId="bb07ed32-38f4-42d8-b8dc-b652f20dccdb" providerId="ADAL" clId="{8CD282C7-7118-46EF-A4F1-E601A36C4A3F}" dt="2025-11-07T16:59:14.690" v="2016" actId="1076"/>
          <ac:spMkLst>
            <pc:docMk/>
            <pc:sldMk cId="4076191397" sldId="260"/>
            <ac:spMk id="13" creationId="{129E47F3-544B-4142-83C0-6BBA59F57F30}"/>
          </ac:spMkLst>
        </pc:spChg>
        <pc:picChg chg="add del mod">
          <ac:chgData name="Karalius, Danielius Dovydas" userId="bb07ed32-38f4-42d8-b8dc-b652f20dccdb" providerId="ADAL" clId="{8CD282C7-7118-46EF-A4F1-E601A36C4A3F}" dt="2025-11-07T17:39:31.907" v="2970" actId="478"/>
          <ac:picMkLst>
            <pc:docMk/>
            <pc:sldMk cId="4076191397" sldId="260"/>
            <ac:picMk id="15" creationId="{44F298F8-24A3-4663-90CE-DAEB0957D377}"/>
          </ac:picMkLst>
        </pc:picChg>
        <pc:picChg chg="add del mod">
          <ac:chgData name="Karalius, Danielius Dovydas" userId="bb07ed32-38f4-42d8-b8dc-b652f20dccdb" providerId="ADAL" clId="{8CD282C7-7118-46EF-A4F1-E601A36C4A3F}" dt="2025-11-07T17:42:49.066" v="3013" actId="478"/>
          <ac:picMkLst>
            <pc:docMk/>
            <pc:sldMk cId="4076191397" sldId="260"/>
            <ac:picMk id="17" creationId="{8F3766B8-9C5A-4CE9-B437-EF6B47AA53D6}"/>
          </ac:picMkLst>
        </pc:picChg>
        <pc:picChg chg="add mod">
          <ac:chgData name="Karalius, Danielius Dovydas" userId="bb07ed32-38f4-42d8-b8dc-b652f20dccdb" providerId="ADAL" clId="{8CD282C7-7118-46EF-A4F1-E601A36C4A3F}" dt="2025-11-07T17:44:22.703" v="3026" actId="1076"/>
          <ac:picMkLst>
            <pc:docMk/>
            <pc:sldMk cId="4076191397" sldId="260"/>
            <ac:picMk id="19" creationId="{0D844079-23A5-44B6-99A0-5A5D276BDE91}"/>
          </ac:picMkLst>
        </pc:picChg>
      </pc:sldChg>
      <pc:sldChg chg="add del">
        <pc:chgData name="Karalius, Danielius Dovydas" userId="bb07ed32-38f4-42d8-b8dc-b652f20dccdb" providerId="ADAL" clId="{8CD282C7-7118-46EF-A4F1-E601A36C4A3F}" dt="2025-11-06T17:51:45.247" v="239" actId="2696"/>
        <pc:sldMkLst>
          <pc:docMk/>
          <pc:sldMk cId="3081636825" sldId="261"/>
        </pc:sldMkLst>
      </pc:sldChg>
      <pc:sldChg chg="addSp delSp modSp add mod modTransition">
        <pc:chgData name="Karalius, Danielius Dovydas" userId="bb07ed32-38f4-42d8-b8dc-b652f20dccdb" providerId="ADAL" clId="{8CD282C7-7118-46EF-A4F1-E601A36C4A3F}" dt="2025-11-07T17:44:47.380" v="3033" actId="27349"/>
        <pc:sldMkLst>
          <pc:docMk/>
          <pc:sldMk cId="1061632704" sldId="262"/>
        </pc:sldMkLst>
        <pc:spChg chg="mod">
          <ac:chgData name="Karalius, Danielius Dovydas" userId="bb07ed32-38f4-42d8-b8dc-b652f20dccdb" providerId="ADAL" clId="{8CD282C7-7118-46EF-A4F1-E601A36C4A3F}" dt="2025-11-06T18:39:47.720" v="1136" actId="20577"/>
          <ac:spMkLst>
            <pc:docMk/>
            <pc:sldMk cId="1061632704" sldId="262"/>
            <ac:spMk id="2" creationId="{5082CD4A-A9E7-4520-B4CE-64FBAC1D409C}"/>
          </ac:spMkLst>
        </pc:spChg>
        <pc:spChg chg="mod">
          <ac:chgData name="Karalius, Danielius Dovydas" userId="bb07ed32-38f4-42d8-b8dc-b652f20dccdb" providerId="ADAL" clId="{8CD282C7-7118-46EF-A4F1-E601A36C4A3F}" dt="2025-11-07T17:30:39.700" v="2730" actId="20577"/>
          <ac:spMkLst>
            <pc:docMk/>
            <pc:sldMk cId="1061632704" sldId="262"/>
            <ac:spMk id="3" creationId="{DB55017E-DF9B-4CBA-85AE-322F09F63C0E}"/>
          </ac:spMkLst>
        </pc:spChg>
        <pc:picChg chg="add del mod">
          <ac:chgData name="Karalius, Danielius Dovydas" userId="bb07ed32-38f4-42d8-b8dc-b652f20dccdb" providerId="ADAL" clId="{8CD282C7-7118-46EF-A4F1-E601A36C4A3F}" dt="2025-11-07T17:39:23.687" v="2967" actId="478"/>
          <ac:picMkLst>
            <pc:docMk/>
            <pc:sldMk cId="1061632704" sldId="262"/>
            <ac:picMk id="7" creationId="{5B8849F2-43BB-48F6-9E39-CE496ABC2343}"/>
          </ac:picMkLst>
        </pc:picChg>
        <pc:picChg chg="add mod">
          <ac:chgData name="Karalius, Danielius Dovydas" userId="bb07ed32-38f4-42d8-b8dc-b652f20dccdb" providerId="ADAL" clId="{8CD282C7-7118-46EF-A4F1-E601A36C4A3F}" dt="2025-11-07T17:44:47.380" v="3033" actId="27349"/>
          <ac:picMkLst>
            <pc:docMk/>
            <pc:sldMk cId="1061632704" sldId="262"/>
            <ac:picMk id="9" creationId="{80C99BCE-35FA-4E38-96DB-967F23CEC125}"/>
          </ac:picMkLst>
        </pc:picChg>
      </pc:sldChg>
      <pc:sldChg chg="addSp delSp modSp add mod modTransition">
        <pc:chgData name="Karalius, Danielius Dovydas" userId="bb07ed32-38f4-42d8-b8dc-b652f20dccdb" providerId="ADAL" clId="{8CD282C7-7118-46EF-A4F1-E601A36C4A3F}" dt="2025-11-07T17:37:16.789" v="2952" actId="27636"/>
        <pc:sldMkLst>
          <pc:docMk/>
          <pc:sldMk cId="570181658" sldId="263"/>
        </pc:sldMkLst>
        <pc:spChg chg="mod">
          <ac:chgData name="Karalius, Danielius Dovydas" userId="bb07ed32-38f4-42d8-b8dc-b652f20dccdb" providerId="ADAL" clId="{8CD282C7-7118-46EF-A4F1-E601A36C4A3F}" dt="2025-11-07T17:27:13.696" v="2264" actId="20577"/>
          <ac:spMkLst>
            <pc:docMk/>
            <pc:sldMk cId="570181658" sldId="263"/>
            <ac:spMk id="2" creationId="{5082CD4A-A9E7-4520-B4CE-64FBAC1D409C}"/>
          </ac:spMkLst>
        </pc:spChg>
        <pc:spChg chg="del">
          <ac:chgData name="Karalius, Danielius Dovydas" userId="bb07ed32-38f4-42d8-b8dc-b652f20dccdb" providerId="ADAL" clId="{8CD282C7-7118-46EF-A4F1-E601A36C4A3F}" dt="2025-11-07T17:03:48.184" v="2022" actId="3680"/>
          <ac:spMkLst>
            <pc:docMk/>
            <pc:sldMk cId="570181658" sldId="263"/>
            <ac:spMk id="3" creationId="{DB55017E-DF9B-4CBA-85AE-322F09F63C0E}"/>
          </ac:spMkLst>
        </pc:spChg>
        <pc:spChg chg="add del mod">
          <ac:chgData name="Karalius, Danielius Dovydas" userId="bb07ed32-38f4-42d8-b8dc-b652f20dccdb" providerId="ADAL" clId="{8CD282C7-7118-46EF-A4F1-E601A36C4A3F}" dt="2025-11-07T17:26:23.213" v="2199" actId="478"/>
          <ac:spMkLst>
            <pc:docMk/>
            <pc:sldMk cId="570181658" sldId="263"/>
            <ac:spMk id="11" creationId="{6B61AD6C-B185-40A0-AA6B-A0728897A2A2}"/>
          </ac:spMkLst>
        </pc:spChg>
        <pc:spChg chg="add del mod">
          <ac:chgData name="Karalius, Danielius Dovydas" userId="bb07ed32-38f4-42d8-b8dc-b652f20dccdb" providerId="ADAL" clId="{8CD282C7-7118-46EF-A4F1-E601A36C4A3F}" dt="2025-11-07T17:32:19.741" v="2924"/>
          <ac:spMkLst>
            <pc:docMk/>
            <pc:sldMk cId="570181658" sldId="263"/>
            <ac:spMk id="13" creationId="{450FDDF4-77B3-418F-8DD1-52A9452B86C1}"/>
          </ac:spMkLst>
        </pc:spChg>
        <pc:spChg chg="add mod">
          <ac:chgData name="Karalius, Danielius Dovydas" userId="bb07ed32-38f4-42d8-b8dc-b652f20dccdb" providerId="ADAL" clId="{8CD282C7-7118-46EF-A4F1-E601A36C4A3F}" dt="2025-11-07T17:37:16.789" v="2952" actId="27636"/>
          <ac:spMkLst>
            <pc:docMk/>
            <pc:sldMk cId="570181658" sldId="263"/>
            <ac:spMk id="14" creationId="{7A76C759-B730-4644-BB6E-E491484F711D}"/>
          </ac:spMkLst>
        </pc:spChg>
        <pc:graphicFrameChg chg="add del mod ord modGraphic">
          <ac:chgData name="Karalius, Danielius Dovydas" userId="bb07ed32-38f4-42d8-b8dc-b652f20dccdb" providerId="ADAL" clId="{8CD282C7-7118-46EF-A4F1-E601A36C4A3F}" dt="2025-11-07T17:26:20.741" v="2198" actId="478"/>
          <ac:graphicFrameMkLst>
            <pc:docMk/>
            <pc:sldMk cId="570181658" sldId="263"/>
            <ac:graphicFrameMk id="7" creationId="{719DE893-0491-4F26-9A91-D1C4FE50B1DA}"/>
          </ac:graphicFrameMkLst>
        </pc:graphicFrameChg>
        <pc:graphicFrameChg chg="mod">
          <ac:chgData name="Karalius, Danielius Dovydas" userId="bb07ed32-38f4-42d8-b8dc-b652f20dccdb" providerId="ADAL" clId="{8CD282C7-7118-46EF-A4F1-E601A36C4A3F}" dt="2025-11-07T17:32:09.374" v="2914" actId="1076"/>
          <ac:graphicFrameMkLst>
            <pc:docMk/>
            <pc:sldMk cId="570181658" sldId="263"/>
            <ac:graphicFrameMk id="8" creationId="{849AEEED-6E68-426F-A7C5-D6DB70E7D925}"/>
          </ac:graphicFrameMkLst>
        </pc:graphicFrameChg>
        <pc:graphicFrameChg chg="add del mod">
          <ac:chgData name="Karalius, Danielius Dovydas" userId="bb07ed32-38f4-42d8-b8dc-b652f20dccdb" providerId="ADAL" clId="{8CD282C7-7118-46EF-A4F1-E601A36C4A3F}" dt="2025-11-07T17:20:18.365" v="2113" actId="21"/>
          <ac:graphicFrameMkLst>
            <pc:docMk/>
            <pc:sldMk cId="570181658" sldId="263"/>
            <ac:graphicFrameMk id="9" creationId="{F6B83724-3BDD-47AA-AE0E-4EB01D1629DE}"/>
          </ac:graphicFrameMkLst>
        </pc:graphicFrameChg>
        <pc:graphicFrameChg chg="add mod">
          <ac:chgData name="Karalius, Danielius Dovydas" userId="bb07ed32-38f4-42d8-b8dc-b652f20dccdb" providerId="ADAL" clId="{8CD282C7-7118-46EF-A4F1-E601A36C4A3F}" dt="2025-11-07T17:32:48.399" v="2947"/>
          <ac:graphicFrameMkLst>
            <pc:docMk/>
            <pc:sldMk cId="570181658" sldId="263"/>
            <ac:graphicFrameMk id="12" creationId="{1690F196-1FF0-4393-856C-25EA919A1A7B}"/>
          </ac:graphicFrameMkLst>
        </pc:graphicFrameChg>
      </pc:sldChg>
      <pc:sldChg chg="addSp delSp modSp add mod">
        <pc:chgData name="Karalius, Danielius Dovydas" userId="bb07ed32-38f4-42d8-b8dc-b652f20dccdb" providerId="ADAL" clId="{8CD282C7-7118-46EF-A4F1-E601A36C4A3F}" dt="2025-11-07T17:43:03.648" v="3020" actId="27349"/>
        <pc:sldMkLst>
          <pc:docMk/>
          <pc:sldMk cId="2169788957" sldId="264"/>
        </pc:sldMkLst>
        <pc:spChg chg="mod">
          <ac:chgData name="Karalius, Danielius Dovydas" userId="bb07ed32-38f4-42d8-b8dc-b652f20dccdb" providerId="ADAL" clId="{8CD282C7-7118-46EF-A4F1-E601A36C4A3F}" dt="2025-11-06T18:01:24.829" v="714" actId="20577"/>
          <ac:spMkLst>
            <pc:docMk/>
            <pc:sldMk cId="2169788957" sldId="264"/>
            <ac:spMk id="2" creationId="{14649FF9-777A-4E55-9670-74FCCE3169C2}"/>
          </ac:spMkLst>
        </pc:spChg>
        <pc:spChg chg="mod">
          <ac:chgData name="Karalius, Danielius Dovydas" userId="bb07ed32-38f4-42d8-b8dc-b652f20dccdb" providerId="ADAL" clId="{8CD282C7-7118-46EF-A4F1-E601A36C4A3F}" dt="2025-11-06T18:13:44.099" v="1010" actId="12"/>
          <ac:spMkLst>
            <pc:docMk/>
            <pc:sldMk cId="2169788957" sldId="264"/>
            <ac:spMk id="3" creationId="{1EA0782D-0DDC-4D01-8B2F-440499672F64}"/>
          </ac:spMkLst>
        </pc:spChg>
        <pc:spChg chg="add del">
          <ac:chgData name="Karalius, Danielius Dovydas" userId="bb07ed32-38f4-42d8-b8dc-b652f20dccdb" providerId="ADAL" clId="{8CD282C7-7118-46EF-A4F1-E601A36C4A3F}" dt="2025-11-06T18:02:56.513" v="900" actId="478"/>
          <ac:spMkLst>
            <pc:docMk/>
            <pc:sldMk cId="2169788957" sldId="264"/>
            <ac:spMk id="9" creationId="{7BDBCEA9-97C5-4D14-BEA1-4F692A3E7486}"/>
          </ac:spMkLst>
        </pc:spChg>
        <pc:spChg chg="add del">
          <ac:chgData name="Karalius, Danielius Dovydas" userId="bb07ed32-38f4-42d8-b8dc-b652f20dccdb" providerId="ADAL" clId="{8CD282C7-7118-46EF-A4F1-E601A36C4A3F}" dt="2025-11-06T18:03:10.199" v="902" actId="478"/>
          <ac:spMkLst>
            <pc:docMk/>
            <pc:sldMk cId="2169788957" sldId="264"/>
            <ac:spMk id="10" creationId="{91D09778-B699-484C-80D8-AD93A3E7BE4E}"/>
          </ac:spMkLst>
        </pc:spChg>
        <pc:picChg chg="add del mod">
          <ac:chgData name="Karalius, Danielius Dovydas" userId="bb07ed32-38f4-42d8-b8dc-b652f20dccdb" providerId="ADAL" clId="{8CD282C7-7118-46EF-A4F1-E601A36C4A3F}" dt="2025-11-07T17:39:38.818" v="2973" actId="478"/>
          <ac:picMkLst>
            <pc:docMk/>
            <pc:sldMk cId="2169788957" sldId="264"/>
            <ac:picMk id="7" creationId="{C96B5240-0CBA-466B-B317-5474BC9AEDFE}"/>
          </ac:picMkLst>
        </pc:picChg>
        <pc:picChg chg="add del mod">
          <ac:chgData name="Karalius, Danielius Dovydas" userId="bb07ed32-38f4-42d8-b8dc-b652f20dccdb" providerId="ADAL" clId="{8CD282C7-7118-46EF-A4F1-E601A36C4A3F}" dt="2025-11-06T18:02:38.486" v="895" actId="478"/>
          <ac:picMkLst>
            <pc:docMk/>
            <pc:sldMk cId="2169788957" sldId="264"/>
            <ac:picMk id="8" creationId="{02E74334-EDDE-48E4-958E-0CA907713F5B}"/>
          </ac:picMkLst>
        </pc:picChg>
        <pc:picChg chg="add mod">
          <ac:chgData name="Karalius, Danielius Dovydas" userId="bb07ed32-38f4-42d8-b8dc-b652f20dccdb" providerId="ADAL" clId="{8CD282C7-7118-46EF-A4F1-E601A36C4A3F}" dt="2025-11-07T17:42:53.280" v="3017" actId="1076"/>
          <ac:picMkLst>
            <pc:docMk/>
            <pc:sldMk cId="2169788957" sldId="264"/>
            <ac:picMk id="9" creationId="{B3362534-AB9E-42D5-8DC8-81649D18102E}"/>
          </ac:picMkLst>
        </pc:picChg>
        <pc:picChg chg="add del mod">
          <ac:chgData name="Karalius, Danielius Dovydas" userId="bb07ed32-38f4-42d8-b8dc-b652f20dccdb" providerId="ADAL" clId="{8CD282C7-7118-46EF-A4F1-E601A36C4A3F}" dt="2025-11-07T17:42:08.726" v="2999" actId="478"/>
          <ac:picMkLst>
            <pc:docMk/>
            <pc:sldMk cId="2169788957" sldId="264"/>
            <ac:picMk id="11" creationId="{65D1C0F8-9C11-49A4-9694-8FF70475A9CC}"/>
          </ac:picMkLst>
        </pc:picChg>
        <pc:picChg chg="add mod">
          <ac:chgData name="Karalius, Danielius Dovydas" userId="bb07ed32-38f4-42d8-b8dc-b652f20dccdb" providerId="ADAL" clId="{8CD282C7-7118-46EF-A4F1-E601A36C4A3F}" dt="2025-11-07T17:42:23.502" v="3011" actId="1076"/>
          <ac:picMkLst>
            <pc:docMk/>
            <pc:sldMk cId="2169788957" sldId="264"/>
            <ac:picMk id="12" creationId="{1825BA6D-CC3D-43C3-ADD5-44CB7BABDA97}"/>
          </ac:picMkLst>
        </pc:picChg>
        <pc:picChg chg="add del mod">
          <ac:chgData name="Karalius, Danielius Dovydas" userId="bb07ed32-38f4-42d8-b8dc-b652f20dccdb" providerId="ADAL" clId="{8CD282C7-7118-46EF-A4F1-E601A36C4A3F}" dt="2025-11-06T18:08:19.928" v="918" actId="478"/>
          <ac:picMkLst>
            <pc:docMk/>
            <pc:sldMk cId="2169788957" sldId="264"/>
            <ac:picMk id="12" creationId="{1BCB4B29-C6B7-4160-BBFD-A5085DACC845}"/>
          </ac:picMkLst>
        </pc:picChg>
        <pc:picChg chg="add mod">
          <ac:chgData name="Karalius, Danielius Dovydas" userId="bb07ed32-38f4-42d8-b8dc-b652f20dccdb" providerId="ADAL" clId="{8CD282C7-7118-46EF-A4F1-E601A36C4A3F}" dt="2025-11-07T17:43:03.648" v="3020" actId="27349"/>
          <ac:picMkLst>
            <pc:docMk/>
            <pc:sldMk cId="2169788957" sldId="264"/>
            <ac:picMk id="13" creationId="{6748EA5E-E63D-4514-A1A1-EE4299593EA4}"/>
          </ac:picMkLst>
        </pc:picChg>
      </pc:sldChg>
      <pc:sldChg chg="addSp delSp modSp add mod">
        <pc:chgData name="Karalius, Danielius Dovydas" userId="bb07ed32-38f4-42d8-b8dc-b652f20dccdb" providerId="ADAL" clId="{8CD282C7-7118-46EF-A4F1-E601A36C4A3F}" dt="2025-11-07T17:45:45.307" v="3041" actId="1076"/>
        <pc:sldMkLst>
          <pc:docMk/>
          <pc:sldMk cId="2649272177" sldId="265"/>
        </pc:sldMkLst>
        <pc:spChg chg="mod">
          <ac:chgData name="Karalius, Danielius Dovydas" userId="bb07ed32-38f4-42d8-b8dc-b652f20dccdb" providerId="ADAL" clId="{8CD282C7-7118-46EF-A4F1-E601A36C4A3F}" dt="2025-11-07T16:51:58.253" v="1649" actId="20577"/>
          <ac:spMkLst>
            <pc:docMk/>
            <pc:sldMk cId="2649272177" sldId="265"/>
            <ac:spMk id="2" creationId="{5082CD4A-A9E7-4520-B4CE-64FBAC1D409C}"/>
          </ac:spMkLst>
        </pc:spChg>
        <pc:spChg chg="mod">
          <ac:chgData name="Karalius, Danielius Dovydas" userId="bb07ed32-38f4-42d8-b8dc-b652f20dccdb" providerId="ADAL" clId="{8CD282C7-7118-46EF-A4F1-E601A36C4A3F}" dt="2025-11-07T17:31:35.856" v="2913" actId="20577"/>
          <ac:spMkLst>
            <pc:docMk/>
            <pc:sldMk cId="2649272177" sldId="265"/>
            <ac:spMk id="3" creationId="{DB55017E-DF9B-4CBA-85AE-322F09F63C0E}"/>
          </ac:spMkLst>
        </pc:spChg>
        <pc:picChg chg="add del mod">
          <ac:chgData name="Karalius, Danielius Dovydas" userId="bb07ed32-38f4-42d8-b8dc-b652f20dccdb" providerId="ADAL" clId="{8CD282C7-7118-46EF-A4F1-E601A36C4A3F}" dt="2025-11-07T17:38:42.351" v="2957" actId="478"/>
          <ac:picMkLst>
            <pc:docMk/>
            <pc:sldMk cId="2649272177" sldId="265"/>
            <ac:picMk id="8" creationId="{2F8ABD43-08F7-425A-A525-55F1A2149EE4}"/>
          </ac:picMkLst>
        </pc:picChg>
        <pc:picChg chg="add mod">
          <ac:chgData name="Karalius, Danielius Dovydas" userId="bb07ed32-38f4-42d8-b8dc-b652f20dccdb" providerId="ADAL" clId="{8CD282C7-7118-46EF-A4F1-E601A36C4A3F}" dt="2025-11-07T17:45:45.307" v="3041" actId="1076"/>
          <ac:picMkLst>
            <pc:docMk/>
            <pc:sldMk cId="2649272177" sldId="265"/>
            <ac:picMk id="10" creationId="{96D38A09-D306-4988-9E23-85E24EC201C6}"/>
          </ac:picMkLst>
        </pc:picChg>
      </pc:sldChg>
      <pc:sldMasterChg chg="modSldLayout">
        <pc:chgData name="Karalius, Danielius Dovydas" userId="bb07ed32-38f4-42d8-b8dc-b652f20dccdb" providerId="ADAL" clId="{8CD282C7-7118-46EF-A4F1-E601A36C4A3F}" dt="2025-11-06T17:47:08.401" v="7" actId="6014"/>
        <pc:sldMasterMkLst>
          <pc:docMk/>
          <pc:sldMasterMk cId="660026317" sldId="2147483660"/>
        </pc:sldMasterMkLst>
        <pc:sldLayoutChg chg="mod">
          <pc:chgData name="Karalius, Danielius Dovydas" userId="bb07ed32-38f4-42d8-b8dc-b652f20dccdb" providerId="ADAL" clId="{8CD282C7-7118-46EF-A4F1-E601A36C4A3F}" dt="2025-11-06T17:46:59.759" v="6" actId="6014"/>
          <pc:sldLayoutMkLst>
            <pc:docMk/>
            <pc:sldMasterMk cId="660026317" sldId="2147483660"/>
            <pc:sldLayoutMk cId="3600493104" sldId="2147483661"/>
          </pc:sldLayoutMkLst>
        </pc:sldLayoutChg>
        <pc:sldLayoutChg chg="mod">
          <pc:chgData name="Karalius, Danielius Dovydas" userId="bb07ed32-38f4-42d8-b8dc-b652f20dccdb" providerId="ADAL" clId="{8CD282C7-7118-46EF-A4F1-E601A36C4A3F}" dt="2025-11-06T17:47:08.401" v="7" actId="6014"/>
          <pc:sldLayoutMkLst>
            <pc:docMk/>
            <pc:sldMasterMk cId="660026317" sldId="2147483660"/>
            <pc:sldLayoutMk cId="3328768935" sldId="2147483662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Mid</a:t>
            </a:r>
            <a:r>
              <a:rPr lang="en-US" baseline="0" dirty="0"/>
              <a:t>-Level Developer (Salary over Time)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Sheet1!$A$2:$A$13</c:f>
              <c:numCache>
                <c:formatCode>_("$"* #,##0_);_("$"* \(#,##0\);_("$"* "-"_);_(@_)</c:formatCode>
                <c:ptCount val="12"/>
                <c:pt idx="0">
                  <c:v>62890</c:v>
                </c:pt>
                <c:pt idx="1">
                  <c:v>64510</c:v>
                </c:pt>
                <c:pt idx="2">
                  <c:v>67400</c:v>
                </c:pt>
                <c:pt idx="3">
                  <c:v>72010</c:v>
                </c:pt>
                <c:pt idx="4">
                  <c:v>74690</c:v>
                </c:pt>
                <c:pt idx="5">
                  <c:v>76010</c:v>
                </c:pt>
                <c:pt idx="6">
                  <c:v>80930</c:v>
                </c:pt>
                <c:pt idx="7">
                  <c:v>84360</c:v>
                </c:pt>
                <c:pt idx="8">
                  <c:v>87530</c:v>
                </c:pt>
                <c:pt idx="9">
                  <c:v>92610</c:v>
                </c:pt>
                <c:pt idx="10">
                  <c:v>98670</c:v>
                </c:pt>
                <c:pt idx="11">
                  <c:v>119000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2001</c:v>
                </c:pt>
                <c:pt idx="1">
                  <c:v>2003</c:v>
                </c:pt>
                <c:pt idx="2">
                  <c:v>2005</c:v>
                </c:pt>
                <c:pt idx="3">
                  <c:v>2007</c:v>
                </c:pt>
                <c:pt idx="4">
                  <c:v>2009</c:v>
                </c:pt>
                <c:pt idx="5">
                  <c:v>2011</c:v>
                </c:pt>
                <c:pt idx="6">
                  <c:v>2013</c:v>
                </c:pt>
                <c:pt idx="7">
                  <c:v>2015</c:v>
                </c:pt>
                <c:pt idx="8">
                  <c:v>2017</c:v>
                </c:pt>
                <c:pt idx="9">
                  <c:v>2019</c:v>
                </c:pt>
                <c:pt idx="10">
                  <c:v>2024</c:v>
                </c:pt>
                <c:pt idx="11">
                  <c:v>2025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645-4F98-9EEA-271BF51BC2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2914415"/>
        <c:axId val="992915663"/>
      </c:scatterChart>
      <c:valAx>
        <c:axId val="9929144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915663"/>
        <c:crosses val="autoZero"/>
        <c:crossBetween val="midCat"/>
      </c:valAx>
      <c:valAx>
        <c:axId val="99291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9144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EF04BE-2FE0-46FA-B95C-9CE65F8F71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E35C3E-8A1C-433C-9C93-AB00B457BF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C911B-5319-4B0B-B97F-F52F75B77F0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BC35A-5486-4003-9A24-D30E81B8B9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CAA71-8ABA-4AA7-A5FA-5920A5FA37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28CDE-C22E-47E5-8E16-F312D6EF8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97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EFE95-C148-4FB7-AAA8-CEE75CC08F7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CE074-177B-453D-A627-7CC091BD2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5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895E49E-731E-4CC2-8118-70C970F7D03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Danielius Karalius | SEWD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22B7397-DA5C-4067-BEEB-ABC464025EC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493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EC15-6A33-477D-9ADC-CC271C43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09D77-3C0D-46B2-8CDD-4D23BD19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5E49E-731E-4CC2-8118-70C970F7D03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81D6B-234E-41AC-A6A4-3CE9A39E0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Danielius Karalius | SEWD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268C7F-04E1-4206-8F63-A5C1B673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B7397-DA5C-4067-BEEB-ABC464025EC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6BE19AE-1AA6-437B-A3F7-9679F7254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87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895E49E-731E-4CC2-8118-70C970F7D03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Danielius Karalius | SEWD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122B7397-DA5C-4067-BEEB-ABC46402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2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https://medinaccc-my.sharepoint.com/personal/mc_dkaralius26_mcjvs2_org/Documents/Book1!Sheet1!R1C1:R13C2" TargetMode="Externa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F1CC5A-B3DA-49B3-9B07-B55FC09141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developer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0269201-9591-48ED-B4A4-941940C469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Danielius Karalius | SEWD | MCCC 2025/2026</a:t>
            </a:r>
          </a:p>
        </p:txBody>
      </p:sp>
    </p:spTree>
    <p:extLst>
      <p:ext uri="{BB962C8B-B14F-4D97-AF65-F5344CB8AC3E}">
        <p14:creationId xmlns:p14="http://schemas.microsoft.com/office/powerpoint/2010/main" val="409711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D0A0-6BD6-43BE-A4B0-4D724C28F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Software Developer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BCAF1-D96F-46EC-98A1-0E68118D5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Research, design, and develop software applications using different programming languages</a:t>
            </a:r>
          </a:p>
          <a:p>
            <a:r>
              <a:rPr lang="en-US" dirty="0"/>
              <a:t>Not only this, but they’re responsible for debugging and troubleshooting programs</a:t>
            </a:r>
          </a:p>
          <a:p>
            <a:r>
              <a:rPr lang="en-US" dirty="0"/>
              <a:t>They are also responsible for maintenance to any code created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9F18C171-92DA-435E-A391-3811A638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2996" y="6223828"/>
            <a:ext cx="2329074" cy="365125"/>
          </a:xfrm>
        </p:spPr>
        <p:txBody>
          <a:bodyPr/>
          <a:lstStyle/>
          <a:p>
            <a:fld id="{7895E49E-731E-4CC2-8118-70C970F7D03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07C6C83-5417-4E6C-B91D-9D7377B4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</p:spPr>
        <p:txBody>
          <a:bodyPr/>
          <a:lstStyle/>
          <a:p>
            <a:r>
              <a:rPr lang="en-US"/>
              <a:t>Danielius Karalius | SEWD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0290D5B-917B-4E07-90AB-78E2B611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/>
          <a:lstStyle/>
          <a:p>
            <a:fld id="{122B7397-DA5C-4067-BEEB-ABC464025ECA}" type="slidenum">
              <a:rPr lang="en-US" smtClean="0"/>
              <a:t>2</a:t>
            </a:fld>
            <a:endParaRPr lang="en-US"/>
          </a:p>
        </p:txBody>
      </p:sp>
      <p:pic>
        <p:nvPicPr>
          <p:cNvPr id="7" name="Graphic 6" descr="Laptop with phone and calculator">
            <a:extLst>
              <a:ext uri="{FF2B5EF4-FFF2-40B4-BE49-F238E27FC236}">
                <a16:creationId xmlns:a16="http://schemas.microsoft.com/office/drawing/2014/main" id="{198B713A-EC44-4C38-A1B6-AD462663F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4058" y="3900617"/>
            <a:ext cx="2688336" cy="26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68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9FF9-777A-4E55-9670-74FCCE31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0782D-0DDC-4D01-8B2F-44049967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bare minimum:</a:t>
            </a:r>
          </a:p>
          <a:p>
            <a:pPr lvl="1"/>
            <a:r>
              <a:rPr lang="en-US" dirty="0"/>
              <a:t>Associate’s degree</a:t>
            </a:r>
          </a:p>
          <a:p>
            <a:r>
              <a:rPr lang="en-US" dirty="0"/>
              <a:t>Recommended:</a:t>
            </a:r>
          </a:p>
          <a:p>
            <a:pPr lvl="1"/>
            <a:r>
              <a:rPr lang="en-US" dirty="0"/>
              <a:t>Bachelor’s degree</a:t>
            </a:r>
          </a:p>
          <a:p>
            <a:pPr lvl="1"/>
            <a:r>
              <a:rPr lang="en-US" dirty="0"/>
              <a:t>Coding boot camps</a:t>
            </a:r>
          </a:p>
          <a:p>
            <a:pPr lvl="1"/>
            <a:r>
              <a:rPr lang="en-US" dirty="0"/>
              <a:t>Professional certifications</a:t>
            </a:r>
          </a:p>
          <a:p>
            <a:pPr lvl="1"/>
            <a:endParaRPr lang="en-US" dirty="0"/>
          </a:p>
          <a:p>
            <a:pPr marL="274320" lvl="1" indent="0">
              <a:buNone/>
            </a:pPr>
            <a:r>
              <a:rPr lang="en-US" dirty="0"/>
              <a:t>Source (MLA 9): </a:t>
            </a:r>
            <a:r>
              <a:rPr lang="en-US" altLang="en-US" dirty="0"/>
              <a:t>Staff, Coursera. “How to Become a Software Developer (with or without a Degree).” Coursera, 2025, www.coursera.org/articles/how-to-become-a-software-developer?msockid=0ea10a710bc168f1115d1c3c0aef690c. Accessed 6 Nov. 2025.</a:t>
            </a:r>
          </a:p>
          <a:p>
            <a:pPr marL="27432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274320" lvl="1" indent="0">
              <a:buNone/>
            </a:pP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8BB3464-238B-41FA-8882-371F0074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2996" y="6223828"/>
            <a:ext cx="2329074" cy="365125"/>
          </a:xfrm>
        </p:spPr>
        <p:txBody>
          <a:bodyPr/>
          <a:lstStyle/>
          <a:p>
            <a:fld id="{7895E49E-731E-4CC2-8118-70C970F7D03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EE9D02E-4BA4-44B6-84E9-FD796037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</p:spPr>
        <p:txBody>
          <a:bodyPr/>
          <a:lstStyle/>
          <a:p>
            <a:r>
              <a:rPr lang="en-US"/>
              <a:t>Danielius Karalius | SEWD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15CCB5C-4BA9-47F2-9D6B-9C5917F8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/>
          <a:lstStyle/>
          <a:p>
            <a:fld id="{122B7397-DA5C-4067-BEEB-ABC464025ECA}" type="slidenum">
              <a:rPr lang="en-US" smtClean="0"/>
              <a:t>3</a:t>
            </a:fld>
            <a:endParaRPr lang="en-US"/>
          </a:p>
        </p:txBody>
      </p:sp>
      <p:pic>
        <p:nvPicPr>
          <p:cNvPr id="7" name="Graphic 6" descr="Stack of books with pear">
            <a:extLst>
              <a:ext uri="{FF2B5EF4-FFF2-40B4-BE49-F238E27FC236}">
                <a16:creationId xmlns:a16="http://schemas.microsoft.com/office/drawing/2014/main" id="{B9201C9D-C72F-4D88-9C18-46833B694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5666" y="1040892"/>
            <a:ext cx="3035808" cy="303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42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9FF9-777A-4E55-9670-74FCCE31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0782D-0DDC-4D01-8B2F-44049967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Important soft skills:</a:t>
            </a:r>
          </a:p>
          <a:p>
            <a:pPr lvl="1">
              <a:buSzPct val="100000"/>
              <a:buFont typeface="Wingdings" panose="05000000000000000000" pitchFamily="2" charset="2"/>
              <a:buChar char=""/>
            </a:pPr>
            <a:r>
              <a:rPr lang="en-US" dirty="0"/>
              <a:t>Communication</a:t>
            </a:r>
          </a:p>
          <a:p>
            <a:pPr lvl="1"/>
            <a:r>
              <a:rPr lang="en-US" dirty="0"/>
              <a:t>Emotional Intelligence</a:t>
            </a:r>
          </a:p>
          <a:p>
            <a:pPr lvl="1"/>
            <a:r>
              <a:rPr lang="en-US" dirty="0"/>
              <a:t>Adaptability</a:t>
            </a:r>
          </a:p>
          <a:p>
            <a:pPr lvl="1"/>
            <a:r>
              <a:rPr lang="en-US" dirty="0"/>
              <a:t>Creativity</a:t>
            </a:r>
          </a:p>
          <a:p>
            <a:pPr lvl="1">
              <a:buSzPct val="100000"/>
              <a:buFont typeface="Wingdings" panose="05000000000000000000" pitchFamily="2" charset="2"/>
              <a:buChar char=""/>
            </a:pPr>
            <a:r>
              <a:rPr lang="en-US" dirty="0"/>
              <a:t>Problem solving</a:t>
            </a:r>
          </a:p>
          <a:p>
            <a:pPr lvl="1">
              <a:buSzPct val="100000"/>
              <a:buFont typeface="Wingdings" panose="05000000000000000000" pitchFamily="2" charset="2"/>
              <a:buChar char=""/>
            </a:pPr>
            <a:r>
              <a:rPr lang="en-US" dirty="0"/>
              <a:t>Patience</a:t>
            </a:r>
          </a:p>
          <a:p>
            <a:pPr lvl="1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Self-awareness</a:t>
            </a:r>
          </a:p>
          <a:p>
            <a:pPr lvl="1">
              <a:buSzPct val="100000"/>
              <a:buFont typeface="Wingdings" panose="05000000000000000000" pitchFamily="2" charset="2"/>
              <a:buChar char=""/>
            </a:pPr>
            <a:r>
              <a:rPr lang="en-US" dirty="0"/>
              <a:t>Time management</a:t>
            </a:r>
          </a:p>
          <a:p>
            <a:pPr lvl="1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Negotiation</a:t>
            </a:r>
          </a:p>
          <a:p>
            <a:pPr lvl="1">
              <a:buSzPct val="100000"/>
              <a:buFont typeface="Wingdings" panose="05000000000000000000" pitchFamily="2" charset="2"/>
              <a:buChar char=""/>
            </a:pPr>
            <a:r>
              <a:rPr lang="en-US" dirty="0"/>
              <a:t>Collaboration</a:t>
            </a:r>
          </a:p>
          <a:p>
            <a:pPr lvl="1"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Leadership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274320" lvl="1" indent="0">
              <a:buNone/>
            </a:pP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8BB3464-238B-41FA-8882-371F0074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2996" y="6223828"/>
            <a:ext cx="2329074" cy="365125"/>
          </a:xfrm>
        </p:spPr>
        <p:txBody>
          <a:bodyPr/>
          <a:lstStyle/>
          <a:p>
            <a:fld id="{7895E49E-731E-4CC2-8118-70C970F7D03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EE9D02E-4BA4-44B6-84E9-FD796037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</p:spPr>
        <p:txBody>
          <a:bodyPr/>
          <a:lstStyle/>
          <a:p>
            <a:r>
              <a:rPr lang="en-US"/>
              <a:t>Danielius Karalius | SEWD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15CCB5C-4BA9-47F2-9D6B-9C5917F8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/>
          <a:lstStyle/>
          <a:p>
            <a:fld id="{122B7397-DA5C-4067-BEEB-ABC464025ECA}" type="slidenum">
              <a:rPr lang="en-US" smtClean="0"/>
              <a:t>4</a:t>
            </a:fld>
            <a:endParaRPr lang="en-US"/>
          </a:p>
        </p:txBody>
      </p:sp>
      <p:pic>
        <p:nvPicPr>
          <p:cNvPr id="9" name="Graphic 8" descr="Graph paper with paints, pencil, and a ruler">
            <a:extLst>
              <a:ext uri="{FF2B5EF4-FFF2-40B4-BE49-F238E27FC236}">
                <a16:creationId xmlns:a16="http://schemas.microsoft.com/office/drawing/2014/main" id="{B3362534-AB9E-42D5-8DC8-81649D181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06522">
            <a:off x="5072402" y="408071"/>
            <a:ext cx="3264408" cy="3264408"/>
          </a:xfrm>
          <a:prstGeom prst="rect">
            <a:avLst/>
          </a:prstGeom>
        </p:spPr>
      </p:pic>
      <p:pic>
        <p:nvPicPr>
          <p:cNvPr id="12" name="Graphic 11" descr="A lightbulb">
            <a:extLst>
              <a:ext uri="{FF2B5EF4-FFF2-40B4-BE49-F238E27FC236}">
                <a16:creationId xmlns:a16="http://schemas.microsoft.com/office/drawing/2014/main" id="{1825BA6D-CC3D-43C3-ADD5-44CB7BABDA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60043">
            <a:off x="7939637" y="2416835"/>
            <a:ext cx="3319732" cy="3319732"/>
          </a:xfrm>
          <a:prstGeom prst="rect">
            <a:avLst/>
          </a:prstGeom>
        </p:spPr>
      </p:pic>
      <p:pic>
        <p:nvPicPr>
          <p:cNvPr id="13" name="Graphic 12" descr="Two speech bubbles">
            <a:extLst>
              <a:ext uri="{FF2B5EF4-FFF2-40B4-BE49-F238E27FC236}">
                <a16:creationId xmlns:a16="http://schemas.microsoft.com/office/drawing/2014/main" id="{6748EA5E-E63D-4514-A1A1-EE4299593E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5824" y="3246584"/>
            <a:ext cx="3044422" cy="304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88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CD4A-A9E7-4520-B4CE-64FBAC1D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Salary ($$$)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B00DEFA-E2E5-4C44-8039-60D19A7E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2996" y="6223828"/>
            <a:ext cx="2329074" cy="365125"/>
          </a:xfrm>
        </p:spPr>
        <p:txBody>
          <a:bodyPr/>
          <a:lstStyle/>
          <a:p>
            <a:fld id="{7895E49E-731E-4CC2-8118-70C970F7D03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C227CE7-AAF8-4F9A-AA41-55D189DB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</p:spPr>
        <p:txBody>
          <a:bodyPr/>
          <a:lstStyle/>
          <a:p>
            <a:r>
              <a:rPr lang="en-US"/>
              <a:t>Danielius Karalius | SEWD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E4605B1-A9C0-479C-9828-02D5B899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/>
          <a:lstStyle/>
          <a:p>
            <a:fld id="{122B7397-DA5C-4067-BEEB-ABC464025ECA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AA13EA-544E-481E-8555-A2034D66B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9872663" cy="40592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Entry-Level Range: $99,654</a:t>
            </a:r>
          </a:p>
          <a:p>
            <a:r>
              <a:rPr lang="en-US" dirty="0"/>
              <a:t>Mid-Career Range: $104,938</a:t>
            </a:r>
          </a:p>
          <a:p>
            <a:r>
              <a:rPr lang="en-US" dirty="0"/>
              <a:t>Senior-Level Range: $127,617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r>
              <a:rPr lang="en-US" dirty="0"/>
              <a:t>Source: https://www.ziprecruiter.com/Salaries/Senior-Software-Developer-Salary-in-Mentor,OH</a:t>
            </a:r>
            <a:endParaRPr lang="en-US" alt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r>
              <a:rPr lang="en-US" dirty="0"/>
              <a:t>Source: https://www.ziprecruiter.com/Salaries/Entry-Level-Software-Developer-Salary-in-Mentor,OH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r>
              <a:rPr lang="en-US" dirty="0"/>
              <a:t>Source: https://www.salary.com/research/salary/listing/mid-level-software-developer-salary</a:t>
            </a:r>
          </a:p>
          <a:p>
            <a:pPr lvl="1"/>
            <a:endParaRPr lang="en-US" dirty="0"/>
          </a:p>
          <a:p>
            <a:pPr marL="274320" lvl="1" indent="0">
              <a:buNone/>
            </a:pPr>
            <a:endParaRPr lang="en-US" dirty="0"/>
          </a:p>
        </p:txBody>
      </p:sp>
      <p:pic>
        <p:nvPicPr>
          <p:cNvPr id="9" name="Graphic 8" descr="Graph and note paper pads with pencil">
            <a:extLst>
              <a:ext uri="{FF2B5EF4-FFF2-40B4-BE49-F238E27FC236}">
                <a16:creationId xmlns:a16="http://schemas.microsoft.com/office/drawing/2014/main" id="{9EE0D502-7635-45AD-A82E-69F112206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9721">
            <a:off x="6665830" y="739785"/>
            <a:ext cx="2383030" cy="238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02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CD4A-A9E7-4520-B4CE-64FBAC1D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5017E-DF9B-4CBA-85AE-322F09F63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Growth Rate (10 Years): 18%</a:t>
            </a:r>
          </a:p>
          <a:p>
            <a:r>
              <a:rPr lang="en-US" dirty="0"/>
              <a:t>Demand Level: 17%</a:t>
            </a:r>
          </a:p>
          <a:p>
            <a:endParaRPr lang="en-US" dirty="0"/>
          </a:p>
          <a:p>
            <a:pPr marL="45720" indent="0">
              <a:buNone/>
            </a:pPr>
            <a:r>
              <a:rPr lang="en-US" dirty="0"/>
              <a:t>According to bls.gov: “Overall employment of software developers… is projected to grow… much faster than the average for all occupations”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B00DEFA-E2E5-4C44-8039-60D19A7E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2996" y="6223828"/>
            <a:ext cx="2329074" cy="365125"/>
          </a:xfrm>
        </p:spPr>
        <p:txBody>
          <a:bodyPr/>
          <a:lstStyle/>
          <a:p>
            <a:fld id="{7895E49E-731E-4CC2-8118-70C970F7D03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C227CE7-AAF8-4F9A-AA41-55D189DB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</p:spPr>
        <p:txBody>
          <a:bodyPr/>
          <a:lstStyle/>
          <a:p>
            <a:r>
              <a:rPr lang="en-US"/>
              <a:t>Danielius Karalius | SEWD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E4605B1-A9C0-479C-9828-02D5B899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/>
          <a:lstStyle/>
          <a:p>
            <a:fld id="{122B7397-DA5C-4067-BEEB-ABC464025ECA}" type="slidenum">
              <a:rPr lang="en-US" smtClean="0"/>
              <a:t>6</a:t>
            </a:fld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29E47F3-544B-4142-83C0-6BBA59F57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956" y="4480327"/>
            <a:ext cx="8521831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457056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en-US" sz="2200" dirty="0">
                <a:solidFill>
                  <a:schemeClr val="accent1"/>
                </a:solidFill>
              </a:rPr>
              <a:t>U.S. BUREAU OF LABOR STATISTICS. “Software Developers, Quality  Assurance Analysts, and Testers.” Bls.gov, U.S. Bureau of Labor Statistics, 18 Apr. 2025, www.bls.gov/ooh/computer-and-information-technology/software-developers.htm.</a:t>
            </a:r>
          </a:p>
        </p:txBody>
      </p:sp>
      <p:pic>
        <p:nvPicPr>
          <p:cNvPr id="19" name="Graphic 18" descr="A collection of circles in various sizes and patterns">
            <a:extLst>
              <a:ext uri="{FF2B5EF4-FFF2-40B4-BE49-F238E27FC236}">
                <a16:creationId xmlns:a16="http://schemas.microsoft.com/office/drawing/2014/main" id="{0D844079-23A5-44B6-99A0-5A5D276BD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651" y="714944"/>
            <a:ext cx="2429256" cy="242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91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CD4A-A9E7-4520-B4CE-64FBAC1D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Coursework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5017E-DF9B-4CBA-85AE-322F09F63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</a:t>
            </a:r>
          </a:p>
          <a:p>
            <a:r>
              <a:rPr lang="en-US" dirty="0"/>
              <a:t>Web Design</a:t>
            </a:r>
          </a:p>
          <a:p>
            <a:r>
              <a:rPr lang="en-US" dirty="0"/>
              <a:t>AI/Machine Learning</a:t>
            </a:r>
          </a:p>
          <a:p>
            <a:endParaRPr lang="en-US" dirty="0"/>
          </a:p>
          <a:p>
            <a:pPr marL="45720" indent="0">
              <a:buNone/>
            </a:pPr>
            <a:r>
              <a:rPr lang="en-US" dirty="0"/>
              <a:t>Software Developers do have to know programming languages (&amp; how to program)</a:t>
            </a:r>
          </a:p>
          <a:p>
            <a:pPr marL="45720" indent="0">
              <a:buNone/>
            </a:pPr>
            <a:r>
              <a:rPr lang="en-US" dirty="0"/>
              <a:t>Web Design might not be a main focus for SD, but it’s still a handy skill to have</a:t>
            </a:r>
          </a:p>
          <a:p>
            <a:pPr marL="45720" indent="0">
              <a:buNone/>
            </a:pPr>
            <a:r>
              <a:rPr lang="en-US" dirty="0"/>
              <a:t>AI and Machine Learning are a must have in order to develop a fundamental understanding of certain technologies</a:t>
            </a:r>
          </a:p>
          <a:p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B00DEFA-E2E5-4C44-8039-60D19A7E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2996" y="6223828"/>
            <a:ext cx="2329074" cy="365125"/>
          </a:xfrm>
        </p:spPr>
        <p:txBody>
          <a:bodyPr/>
          <a:lstStyle/>
          <a:p>
            <a:fld id="{7895E49E-731E-4CC2-8118-70C970F7D03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C227CE7-AAF8-4F9A-AA41-55D189DB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</p:spPr>
        <p:txBody>
          <a:bodyPr/>
          <a:lstStyle/>
          <a:p>
            <a:r>
              <a:rPr lang="en-US"/>
              <a:t>Danielius Karalius | SEWD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E4605B1-A9C0-479C-9828-02D5B899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/>
          <a:lstStyle/>
          <a:p>
            <a:fld id="{122B7397-DA5C-4067-BEEB-ABC464025ECA}" type="slidenum">
              <a:rPr lang="en-US" smtClean="0"/>
              <a:t>7</a:t>
            </a:fld>
            <a:endParaRPr lang="en-US"/>
          </a:p>
        </p:txBody>
      </p:sp>
      <p:pic>
        <p:nvPicPr>
          <p:cNvPr id="9" name="Graphic 8" descr="An open book">
            <a:extLst>
              <a:ext uri="{FF2B5EF4-FFF2-40B4-BE49-F238E27FC236}">
                <a16:creationId xmlns:a16="http://schemas.microsoft.com/office/drawing/2014/main" id="{80C99BCE-35FA-4E38-96DB-967F23CEC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97268">
            <a:off x="6837064" y="1047959"/>
            <a:ext cx="2816352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32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CD4A-A9E7-4520-B4CE-64FBAC1D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 (Excel)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B00DEFA-E2E5-4C44-8039-60D19A7E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2996" y="6223828"/>
            <a:ext cx="2329074" cy="365125"/>
          </a:xfrm>
        </p:spPr>
        <p:txBody>
          <a:bodyPr/>
          <a:lstStyle/>
          <a:p>
            <a:fld id="{7895E49E-731E-4CC2-8118-70C970F7D03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C227CE7-AAF8-4F9A-AA41-55D189DB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</p:spPr>
        <p:txBody>
          <a:bodyPr/>
          <a:lstStyle/>
          <a:p>
            <a:r>
              <a:rPr lang="en-US"/>
              <a:t>Danielius Karalius | SEWD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E4605B1-A9C0-479C-9828-02D5B899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/>
          <a:lstStyle/>
          <a:p>
            <a:fld id="{122B7397-DA5C-4067-BEEB-ABC464025ECA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49AEEED-6E68-426F-A7C5-D6DB70E7D9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346843"/>
              </p:ext>
            </p:extLst>
          </p:nvPr>
        </p:nvGraphicFramePr>
        <p:xfrm>
          <a:off x="1767332" y="1635697"/>
          <a:ext cx="1638300" cy="408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638348" imgH="4086322" progId="Excel.Sheet.12">
                  <p:link updateAutomatic="1"/>
                </p:oleObj>
              </mc:Choice>
              <mc:Fallback>
                <p:oleObj name="Worksheet" r:id="rId2" imgW="1638348" imgH="4086322" progId="Excel.Sheet.12">
                  <p:link updateAutomatic="1"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49AEEED-6E68-426F-A7C5-D6DB70E7D9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7332" y="1635697"/>
                        <a:ext cx="1638300" cy="408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690F196-1FF0-4393-856C-25EA919A1A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586896"/>
              </p:ext>
            </p:extLst>
          </p:nvPr>
        </p:nvGraphicFramePr>
        <p:xfrm>
          <a:off x="4441444" y="2174637"/>
          <a:ext cx="6156452" cy="3465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7A76C759-B730-4644-BB6E-E491484F711D}"/>
              </a:ext>
            </a:extLst>
          </p:cNvPr>
          <p:cNvSpPr txBox="1">
            <a:spLocks/>
          </p:cNvSpPr>
          <p:nvPr/>
        </p:nvSpPr>
        <p:spPr>
          <a:xfrm>
            <a:off x="1035812" y="5785676"/>
            <a:ext cx="9875520" cy="427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Source: https://www.bls.gov/ooh/computer-and-information-technology/computer-programmers.htm#tab-1</a:t>
            </a:r>
          </a:p>
        </p:txBody>
      </p:sp>
    </p:spTree>
    <p:extLst>
      <p:ext uri="{BB962C8B-B14F-4D97-AF65-F5344CB8AC3E}">
        <p14:creationId xmlns:p14="http://schemas.microsoft.com/office/powerpoint/2010/main" val="570181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CD4A-A9E7-4520-B4CE-64FBAC1D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5017E-DF9B-4CBA-85AE-322F09F63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very diverse career</a:t>
            </a:r>
          </a:p>
          <a:p>
            <a:r>
              <a:rPr lang="en-US" dirty="0"/>
              <a:t>Could go from analyzing data structures to debugging a new project that your boss requests to have done by the end of the month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B00DEFA-E2E5-4C44-8039-60D19A7E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2996" y="6223828"/>
            <a:ext cx="2329074" cy="365125"/>
          </a:xfrm>
        </p:spPr>
        <p:txBody>
          <a:bodyPr/>
          <a:lstStyle/>
          <a:p>
            <a:fld id="{7895E49E-731E-4CC2-8118-70C970F7D03B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C227CE7-AAF8-4F9A-AA41-55D189DB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</p:spPr>
        <p:txBody>
          <a:bodyPr/>
          <a:lstStyle/>
          <a:p>
            <a:r>
              <a:rPr lang="en-US"/>
              <a:t>Danielius Karalius | SEWD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E4605B1-A9C0-479C-9828-02D5B899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/>
          <a:lstStyle/>
          <a:p>
            <a:fld id="{122B7397-DA5C-4067-BEEB-ABC464025ECA}" type="slidenum">
              <a:rPr lang="en-US" smtClean="0"/>
              <a:t>9</a:t>
            </a:fld>
            <a:endParaRPr lang="en-US"/>
          </a:p>
        </p:txBody>
      </p:sp>
      <p:pic>
        <p:nvPicPr>
          <p:cNvPr id="10" name="Graphic 9" descr="Telescope with planets">
            <a:extLst>
              <a:ext uri="{FF2B5EF4-FFF2-40B4-BE49-F238E27FC236}">
                <a16:creationId xmlns:a16="http://schemas.microsoft.com/office/drawing/2014/main" id="{96D38A09-D306-4988-9E23-85E24EC20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9592" y="3416173"/>
            <a:ext cx="2679827" cy="267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72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asi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459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Corbel</vt:lpstr>
      <vt:lpstr>Times New Roman</vt:lpstr>
      <vt:lpstr>Wingdings</vt:lpstr>
      <vt:lpstr>Basis</vt:lpstr>
      <vt:lpstr>https://medinaccc-my.sharepoint.com/personal/mc_dkaralius26_mcjvs2_org/Documents/Book1!Sheet1!R1C1:R13C2</vt:lpstr>
      <vt:lpstr>Software developer</vt:lpstr>
      <vt:lpstr>What does a Software Developer do?</vt:lpstr>
      <vt:lpstr>Education</vt:lpstr>
      <vt:lpstr>Skills</vt:lpstr>
      <vt:lpstr>Salary ($$$)</vt:lpstr>
      <vt:lpstr>Job Outlook</vt:lpstr>
      <vt:lpstr>Coursework Connection</vt:lpstr>
      <vt:lpstr>Trends (Excel)</vt:lpstr>
      <vt:lpstr>Closing Thoughts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Developer</dc:title>
  <dc:creator>Karalius, Danielius Dovydas</dc:creator>
  <cp:lastModifiedBy>Karalius, Danielius Dovydas</cp:lastModifiedBy>
  <cp:revision>14</cp:revision>
  <dcterms:created xsi:type="dcterms:W3CDTF">2025-11-04T16:55:26Z</dcterms:created>
  <dcterms:modified xsi:type="dcterms:W3CDTF">2025-11-07T17:46:11Z</dcterms:modified>
</cp:coreProperties>
</file>